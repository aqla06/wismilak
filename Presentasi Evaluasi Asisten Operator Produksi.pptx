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A2D8-62D9-4F7A-BE21-828EFA2D2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99533-2318-44D8-8FAC-BB1A6AF48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6EF72-CEF7-4B85-AA97-3B98AFBF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52046-E289-4069-B846-F40D83C9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675BE-0AF0-4E01-8F80-B3020124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995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970C-7219-4DC6-95DE-1A2933BE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1470F-B899-48A2-B598-32F1F2B69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2C1A9-F64A-4B87-8A72-3A98287F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B33E0-7319-4845-9A6D-1B23B661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59A4-CF37-4E7D-9352-86318652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518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A7FB-499F-4403-9B22-C3136F2E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5B806-DD60-4048-84A2-47E2C829C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2431-87F6-4E0D-B709-00177DA1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06AED-1D9F-4FB5-8319-648D2FC0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15DB0-4034-47AD-8BAB-F79CE70C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859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3DED-A5F5-4C10-B381-73C44960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1072-8124-469E-8CF5-18CC04BD0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E395B-1285-4BED-8472-73CA4EF1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EDB7A-C86C-432D-BD64-09A01F1E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9A7E2-D66D-4D70-9161-E9C1F58E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81867-DE67-4C61-876B-878CB09E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553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8626-4AEC-4E00-8E49-C02DA1F4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4D582-6711-47C9-B78C-FC5E5FE5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8014F-0079-4B71-A2AA-3D2BE518F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BD6C8-E0B8-434C-9576-9B6B96270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571A2-3B00-459F-8F58-B32F5AA14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F2B83-7BF9-413C-AAB1-ED042110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F92A1-AB78-421B-B05F-9F9C1339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F6F18-B1DD-46D3-92BD-538FF359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094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63E2-2BA4-40C8-8E48-A7BEECF8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F9182-30C1-4F63-8AA9-D84B984C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226DE-46FD-42C7-B4F3-03A785ED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0EEF1-9A75-4EA5-88AD-E8EC213A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332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81221-3BFD-4A16-A399-3F4D3E88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50FEE-EBAD-4749-9503-3A0DB8F2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74183-BA19-44D3-B547-038138A3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9974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7905-79D2-4C99-A2AE-BCD8BF98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51169-95E5-4A8A-9018-69D1BB1E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9632F-EDE5-4DCB-9575-23960E430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F869F-234A-4FCC-9214-15431306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BD3DA-B632-4F89-A1F0-28FE99FA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16287-1ADE-4608-8890-BD49D43D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642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E10C-FD76-424B-8980-D236DF12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5E148C-ACFE-4BAF-B4D4-EE78F4000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8A82A-5AE9-461A-92B1-A7FACD630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08389-DD08-4BC8-987D-271C9DA5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5BCDB-9CFF-4764-9832-991FF8A6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02F66-437D-49C9-B241-C66C4BCC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278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989E-F6B7-4B5C-80EA-359AAF1B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AB0EB-5E54-41F0-B1D7-7AEDB60F9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DF7C-4446-4683-847D-7DC51C56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83515-17FF-4636-805D-6DABD686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8A019-6857-47C2-A405-B9AD20F4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474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80465-2719-4A73-BF3A-EB44FE81C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20A5A-5B62-4BDF-B8D6-BC91DF2D3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E2086-5B80-4A71-B9B6-BAE07552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92C5D-6C63-49E4-AAB4-6EDB3806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7FCF4-941D-4A60-A5F3-D629AA09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546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23BF5-CB46-4C4D-A1A8-EF34C2A5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DD347-9734-45D1-92E3-5A924B07E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73C6-9339-4E13-868F-77525BE7D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AAFE8-8323-4855-9279-0C8A13A0E675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BDE72-6A95-4CF7-A706-81A63AB32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7460-0EC5-4665-A738-CEF02FC4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456A2-E401-4E76-BC1E-3FF3398618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342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D7FC4-16D1-462E-AC19-3651E642B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4677" y="168813"/>
            <a:ext cx="9144000" cy="2387600"/>
          </a:xfrm>
        </p:spPr>
        <p:txBody>
          <a:bodyPr/>
          <a:lstStyle/>
          <a:p>
            <a:r>
              <a:rPr lang="en-US" b="1" dirty="0" err="1">
                <a:latin typeface="+mn-lt"/>
              </a:rPr>
              <a:t>Presentasi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Evaluasi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Asisten</a:t>
            </a:r>
            <a:r>
              <a:rPr lang="en-US" b="1" dirty="0">
                <a:latin typeface="+mn-lt"/>
              </a:rPr>
              <a:t> Operator </a:t>
            </a:r>
            <a:r>
              <a:rPr lang="en-US" b="1" dirty="0" err="1">
                <a:latin typeface="+mn-lt"/>
              </a:rPr>
              <a:t>Produksi</a:t>
            </a:r>
            <a:endParaRPr lang="en-ID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B9779-C158-44F8-85E5-0FABE8C4D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7324" y="3114394"/>
            <a:ext cx="6678706" cy="629212"/>
          </a:xfrm>
        </p:spPr>
        <p:txBody>
          <a:bodyPr>
            <a:noAutofit/>
          </a:bodyPr>
          <a:lstStyle/>
          <a:p>
            <a:r>
              <a:rPr lang="en-US" sz="3600" b="1" dirty="0"/>
              <a:t>PT. </a:t>
            </a:r>
            <a:r>
              <a:rPr lang="en-US" sz="3600" b="1" dirty="0" err="1"/>
              <a:t>Wismilak</a:t>
            </a:r>
            <a:r>
              <a:rPr lang="en-US" sz="3600" b="1" dirty="0"/>
              <a:t> Inti Makmur, </a:t>
            </a:r>
            <a:r>
              <a:rPr lang="en-US" sz="3600" b="1" dirty="0" err="1"/>
              <a:t>Tbk</a:t>
            </a:r>
            <a:endParaRPr lang="en-ID" sz="36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C16E3B-775C-44BA-BB28-698EDEA97F43}"/>
              </a:ext>
            </a:extLst>
          </p:cNvPr>
          <p:cNvSpPr txBox="1">
            <a:spLocks/>
          </p:cNvSpPr>
          <p:nvPr/>
        </p:nvSpPr>
        <p:spPr>
          <a:xfrm>
            <a:off x="8942362" y="5521568"/>
            <a:ext cx="3057379" cy="956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KARIMAN AQLA</a:t>
            </a:r>
          </a:p>
          <a:p>
            <a:r>
              <a:rPr lang="en-ID" b="1" dirty="0"/>
              <a:t>WISMI00009010726</a:t>
            </a:r>
          </a:p>
        </p:txBody>
      </p:sp>
    </p:spTree>
    <p:extLst>
      <p:ext uri="{BB962C8B-B14F-4D97-AF65-F5344CB8AC3E}">
        <p14:creationId xmlns:p14="http://schemas.microsoft.com/office/powerpoint/2010/main" val="226230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D7FC4-16D1-462E-AC19-3651E642B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461" y="777625"/>
            <a:ext cx="5866538" cy="1067931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+mn-lt"/>
              </a:rPr>
              <a:t>Tujuan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Jabatan</a:t>
            </a:r>
            <a:endParaRPr lang="en-ID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B9779-C158-44F8-85E5-0FABE8C4D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2291626"/>
            <a:ext cx="10813144" cy="1683543"/>
          </a:xfrm>
        </p:spPr>
        <p:txBody>
          <a:bodyPr>
            <a:noAutofit/>
          </a:bodyPr>
          <a:lstStyle/>
          <a:p>
            <a:pPr algn="l"/>
            <a:r>
              <a:rPr lang="en-US" sz="2800" b="1" dirty="0" err="1"/>
              <a:t>Terlaksananya</a:t>
            </a:r>
            <a:r>
              <a:rPr lang="en-US" sz="2800" b="1" dirty="0"/>
              <a:t> proses </a:t>
            </a:r>
            <a:r>
              <a:rPr lang="en-US" sz="2800" b="1" dirty="0" err="1"/>
              <a:t>produksi</a:t>
            </a:r>
            <a:r>
              <a:rPr lang="en-US" sz="2800" b="1" dirty="0"/>
              <a:t> </a:t>
            </a:r>
            <a:r>
              <a:rPr lang="en-US" sz="2800" b="1" i="1" dirty="0"/>
              <a:t>filter </a:t>
            </a:r>
            <a:r>
              <a:rPr lang="en-US" sz="2800" b="1" dirty="0"/>
              <a:t>dan </a:t>
            </a:r>
            <a:r>
              <a:rPr lang="en-US" sz="2800" b="1" dirty="0" err="1"/>
              <a:t>opp</a:t>
            </a:r>
            <a:r>
              <a:rPr lang="en-US" sz="2800" b="1" dirty="0"/>
              <a:t> </a:t>
            </a:r>
            <a:r>
              <a:rPr lang="en-US" sz="2800" b="1" dirty="0" err="1"/>
              <a:t>sesuai</a:t>
            </a:r>
            <a:r>
              <a:rPr lang="en-US" sz="2800" b="1" dirty="0"/>
              <a:t> </a:t>
            </a:r>
            <a:r>
              <a:rPr lang="en-US" sz="2800" b="1" dirty="0" err="1"/>
              <a:t>dengan</a:t>
            </a:r>
            <a:r>
              <a:rPr lang="en-US" sz="2800" b="1" dirty="0"/>
              <a:t> </a:t>
            </a:r>
            <a:r>
              <a:rPr lang="en-US" sz="2800" b="1" dirty="0" err="1"/>
              <a:t>standar</a:t>
            </a:r>
            <a:r>
              <a:rPr lang="en-US" sz="2800" b="1" dirty="0"/>
              <a:t> </a:t>
            </a:r>
            <a:r>
              <a:rPr lang="en-US" sz="2800" b="1" dirty="0" err="1"/>
              <a:t>kualitas</a:t>
            </a:r>
            <a:r>
              <a:rPr lang="en-US" sz="2800" b="1" dirty="0"/>
              <a:t>, </a:t>
            </a:r>
            <a:r>
              <a:rPr lang="en-US" sz="2800" b="1" dirty="0" err="1"/>
              <a:t>kuantitas</a:t>
            </a:r>
            <a:r>
              <a:rPr lang="en-US" sz="2800" b="1" dirty="0"/>
              <a:t>, </a:t>
            </a:r>
            <a:r>
              <a:rPr lang="en-US" sz="2800" b="1" dirty="0" err="1"/>
              <a:t>efisiensi</a:t>
            </a:r>
            <a:r>
              <a:rPr lang="en-US" sz="2800" b="1" dirty="0"/>
              <a:t> dan </a:t>
            </a:r>
            <a:r>
              <a:rPr lang="en-US" sz="2800" b="1" dirty="0" err="1"/>
              <a:t>produktifitas</a:t>
            </a:r>
            <a:r>
              <a:rPr lang="en-US" sz="2800" b="1" dirty="0"/>
              <a:t> yang </a:t>
            </a:r>
            <a:r>
              <a:rPr lang="en-US" sz="2800" b="1" dirty="0" err="1"/>
              <a:t>telah</a:t>
            </a:r>
            <a:r>
              <a:rPr lang="en-US" sz="2800" b="1" dirty="0"/>
              <a:t> </a:t>
            </a:r>
            <a:r>
              <a:rPr lang="en-US" sz="2800" b="1" dirty="0" err="1"/>
              <a:t>direncanakan</a:t>
            </a:r>
            <a:r>
              <a:rPr lang="en-US" sz="2800" b="1" dirty="0"/>
              <a:t> </a:t>
            </a:r>
            <a:r>
              <a:rPr lang="en-US" sz="2800" b="1" dirty="0" err="1"/>
              <a:t>serta</a:t>
            </a:r>
            <a:r>
              <a:rPr lang="en-US" sz="2800" b="1" dirty="0"/>
              <a:t> </a:t>
            </a:r>
            <a:r>
              <a:rPr lang="en-US" sz="2800" b="1" dirty="0" err="1"/>
              <a:t>terjaganya</a:t>
            </a:r>
            <a:r>
              <a:rPr lang="en-US" sz="2800" b="1" dirty="0"/>
              <a:t> </a:t>
            </a:r>
            <a:r>
              <a:rPr lang="en-US" sz="2800" b="1" dirty="0" err="1"/>
              <a:t>kondisi</a:t>
            </a:r>
            <a:r>
              <a:rPr lang="en-US" sz="2800" b="1" dirty="0"/>
              <a:t> </a:t>
            </a:r>
            <a:r>
              <a:rPr lang="en-US" sz="2800" b="1" dirty="0" err="1"/>
              <a:t>lingkungan</a:t>
            </a:r>
            <a:r>
              <a:rPr lang="en-US" sz="2800" b="1" dirty="0"/>
              <a:t> </a:t>
            </a:r>
            <a:r>
              <a:rPr lang="en-US" sz="2800" b="1" dirty="0" err="1"/>
              <a:t>kerja</a:t>
            </a:r>
            <a:r>
              <a:rPr lang="en-US" sz="2800" b="1" dirty="0"/>
              <a:t> </a:t>
            </a:r>
            <a:r>
              <a:rPr lang="en-US" sz="2800" b="1" dirty="0" err="1"/>
              <a:t>produksi</a:t>
            </a:r>
            <a:r>
              <a:rPr lang="en-US" sz="2800" b="1" dirty="0"/>
              <a:t> yang </a:t>
            </a:r>
            <a:r>
              <a:rPr lang="en-US" sz="2800" b="1" dirty="0" err="1"/>
              <a:t>tertib</a:t>
            </a:r>
            <a:r>
              <a:rPr lang="en-US" sz="2800" b="1" dirty="0"/>
              <a:t>, </a:t>
            </a:r>
            <a:r>
              <a:rPr lang="en-US" sz="2800" b="1" dirty="0" err="1"/>
              <a:t>sehat</a:t>
            </a:r>
            <a:r>
              <a:rPr lang="en-US" sz="2800" b="1" dirty="0"/>
              <a:t>, </a:t>
            </a:r>
            <a:r>
              <a:rPr lang="en-US" sz="2800" b="1" dirty="0" err="1"/>
              <a:t>bersih</a:t>
            </a:r>
            <a:r>
              <a:rPr lang="en-US" sz="2800" b="1" dirty="0"/>
              <a:t>, dan </a:t>
            </a:r>
            <a:r>
              <a:rPr lang="en-US" sz="2800" b="1" dirty="0" err="1"/>
              <a:t>aman</a:t>
            </a:r>
            <a:r>
              <a:rPr lang="en-US" sz="2800" b="1" dirty="0"/>
              <a:t>.</a:t>
            </a:r>
            <a:endParaRPr lang="en-ID" sz="2800" b="1" i="1" dirty="0"/>
          </a:p>
        </p:txBody>
      </p:sp>
    </p:spTree>
    <p:extLst>
      <p:ext uri="{BB962C8B-B14F-4D97-AF65-F5344CB8AC3E}">
        <p14:creationId xmlns:p14="http://schemas.microsoft.com/office/powerpoint/2010/main" val="237873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D7FC4-16D1-462E-AC19-3651E642B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031" y="513255"/>
            <a:ext cx="4768947" cy="144215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Bagan </a:t>
            </a:r>
            <a:r>
              <a:rPr lang="en-US" b="1" dirty="0" err="1">
                <a:latin typeface="+mn-lt"/>
              </a:rPr>
              <a:t>Organisasi</a:t>
            </a:r>
            <a:endParaRPr lang="en-ID" b="1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81208E-FFC5-4FBE-8AF2-56993352D704}"/>
              </a:ext>
            </a:extLst>
          </p:cNvPr>
          <p:cNvSpPr/>
          <p:nvPr/>
        </p:nvSpPr>
        <p:spPr>
          <a:xfrm>
            <a:off x="5066859" y="1758968"/>
            <a:ext cx="2058279" cy="6019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18900000" sx="106000" sy="106000" algn="bl" rotWithShape="0">
              <a:schemeClr val="tx1"/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Machine</a:t>
            </a:r>
          </a:p>
          <a:p>
            <a:pPr algn="ctr"/>
            <a:r>
              <a:rPr lang="en-US" sz="1400" b="1" dirty="0"/>
              <a:t>Operator</a:t>
            </a:r>
            <a:endParaRPr lang="en-ID" sz="1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F7E3C5-CBA0-431B-9BBB-395D0EF26DF9}"/>
              </a:ext>
            </a:extLst>
          </p:cNvPr>
          <p:cNvSpPr/>
          <p:nvPr/>
        </p:nvSpPr>
        <p:spPr>
          <a:xfrm>
            <a:off x="5066857" y="2968280"/>
            <a:ext cx="2058279" cy="6019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18900000" sx="106000" sy="106000" algn="bl" rotWithShape="0">
              <a:schemeClr val="tx1"/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Assistant</a:t>
            </a:r>
          </a:p>
          <a:p>
            <a:pPr algn="ctr"/>
            <a:r>
              <a:rPr lang="en-US" sz="1400" b="1" dirty="0"/>
              <a:t>Operator</a:t>
            </a:r>
            <a:endParaRPr lang="en-ID" sz="1400" b="1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4D2BEAB-F7AF-4FB7-9E3E-CEE5BC74D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6068"/>
              </p:ext>
            </p:extLst>
          </p:nvPr>
        </p:nvGraphicFramePr>
        <p:xfrm>
          <a:off x="633046" y="4497092"/>
          <a:ext cx="5050302" cy="1575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151">
                  <a:extLst>
                    <a:ext uri="{9D8B030D-6E8A-4147-A177-3AD203B41FA5}">
                      <a16:colId xmlns:a16="http://schemas.microsoft.com/office/drawing/2014/main" val="440249497"/>
                    </a:ext>
                  </a:extLst>
                </a:gridCol>
                <a:gridCol w="2525151">
                  <a:extLst>
                    <a:ext uri="{9D8B030D-6E8A-4147-A177-3AD203B41FA5}">
                      <a16:colId xmlns:a16="http://schemas.microsoft.com/office/drawing/2014/main" val="20807211"/>
                    </a:ext>
                  </a:extLst>
                </a:gridCol>
              </a:tblGrid>
              <a:tr h="393895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Atasan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Operasional</a:t>
                      </a:r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Machine Operator</a:t>
                      </a:r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046744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Atasan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Fungsional</a:t>
                      </a:r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Assistant Operator</a:t>
                      </a:r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70330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Bawahan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Operasional</a:t>
                      </a:r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599552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Bawahan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Fungsional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336800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2B6157-5F1C-4B5A-B329-E717D1B639C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6095997" y="2360909"/>
            <a:ext cx="2" cy="60737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47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D7FC4-16D1-462E-AC19-3651E642B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25" y="189844"/>
            <a:ext cx="3906129" cy="999703"/>
          </a:xfrm>
        </p:spPr>
        <p:txBody>
          <a:bodyPr/>
          <a:lstStyle/>
          <a:p>
            <a:r>
              <a:rPr lang="en-US" b="1" dirty="0" err="1">
                <a:latin typeface="+mn-lt"/>
              </a:rPr>
              <a:t>Tugas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Rutin</a:t>
            </a:r>
            <a:endParaRPr lang="en-ID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B9779-C158-44F8-85E5-0FABE8C4D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25" y="1196649"/>
            <a:ext cx="11017348" cy="5049475"/>
          </a:xfrm>
        </p:spPr>
        <p:txBody>
          <a:bodyPr>
            <a:noAutofit/>
          </a:bodyPr>
          <a:lstStyle/>
          <a:p>
            <a:pPr marL="342900" indent="-342900" algn="l">
              <a:buAutoNum type="arabicPeriod"/>
            </a:pPr>
            <a:r>
              <a:rPr lang="en-US" sz="1800" b="1" dirty="0" err="1"/>
              <a:t>Membantu</a:t>
            </a:r>
            <a:r>
              <a:rPr lang="en-US" sz="1800" b="1" dirty="0"/>
              <a:t> </a:t>
            </a:r>
            <a:r>
              <a:rPr lang="en-US" sz="1800" b="1" dirty="0" err="1"/>
              <a:t>melaksanakan</a:t>
            </a:r>
            <a:r>
              <a:rPr lang="en-US" sz="1800" b="1" dirty="0"/>
              <a:t> </a:t>
            </a:r>
            <a:r>
              <a:rPr lang="en-US" sz="1800" b="1" dirty="0" err="1"/>
              <a:t>pemeriksaan</a:t>
            </a:r>
            <a:r>
              <a:rPr lang="en-US" sz="1800" b="1" dirty="0"/>
              <a:t> </a:t>
            </a:r>
            <a:r>
              <a:rPr lang="en-US" sz="1800" b="1" dirty="0" err="1"/>
              <a:t>rutin</a:t>
            </a:r>
            <a:r>
              <a:rPr lang="en-US" sz="1800" b="1" dirty="0"/>
              <a:t> </a:t>
            </a:r>
            <a:r>
              <a:rPr lang="en-US" sz="1800" b="1" dirty="0" err="1"/>
              <a:t>untuk</a:t>
            </a:r>
            <a:r>
              <a:rPr lang="en-US" sz="1800" b="1" dirty="0"/>
              <a:t> parameter setting </a:t>
            </a:r>
            <a:r>
              <a:rPr lang="en-US" sz="1800" b="1" dirty="0" err="1"/>
              <a:t>mesin</a:t>
            </a:r>
            <a:r>
              <a:rPr lang="en-US" sz="1800" b="1" dirty="0"/>
              <a:t> yang </a:t>
            </a:r>
            <a:r>
              <a:rPr lang="en-US" sz="1800" b="1" dirty="0" err="1"/>
              <a:t>mudah</a:t>
            </a:r>
            <a:r>
              <a:rPr lang="en-US" sz="1800" b="1" dirty="0"/>
              <a:t> , </a:t>
            </a:r>
            <a:r>
              <a:rPr lang="en-US" sz="1800" b="1" dirty="0" err="1"/>
              <a:t>sering</a:t>
            </a:r>
            <a:r>
              <a:rPr lang="en-US" sz="1800" b="1" dirty="0"/>
              <a:t>, dan </a:t>
            </a:r>
            <a:r>
              <a:rPr lang="en-US" sz="1800" b="1" dirty="0" err="1"/>
              <a:t>jarang</a:t>
            </a:r>
            <a:r>
              <a:rPr lang="en-US" sz="1800" b="1" dirty="0"/>
              <a:t> </a:t>
            </a:r>
            <a:r>
              <a:rPr lang="en-US" sz="1800" b="1" dirty="0" err="1"/>
              <a:t>berubah</a:t>
            </a:r>
            <a:r>
              <a:rPr lang="en-US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US" sz="1800" b="1" dirty="0" err="1"/>
              <a:t>Memeriksa</a:t>
            </a:r>
            <a:r>
              <a:rPr lang="en-US" sz="1800" b="1" dirty="0"/>
              <a:t> raw material dan supporting material </a:t>
            </a:r>
            <a:r>
              <a:rPr lang="en-US" sz="1800" b="1" dirty="0" err="1"/>
              <a:t>untuk</a:t>
            </a:r>
            <a:r>
              <a:rPr lang="en-US" sz="1800" b="1" dirty="0"/>
              <a:t> proses </a:t>
            </a:r>
            <a:r>
              <a:rPr lang="en-US" sz="1800" b="1" dirty="0" err="1"/>
              <a:t>produksi</a:t>
            </a:r>
            <a:r>
              <a:rPr lang="en-US" sz="1800" b="1" dirty="0"/>
              <a:t> filter </a:t>
            </a:r>
            <a:r>
              <a:rPr lang="en-US" sz="1800" b="1" dirty="0" err="1"/>
              <a:t>sesuai</a:t>
            </a:r>
            <a:r>
              <a:rPr lang="en-US" sz="1800" b="1" dirty="0"/>
              <a:t> </a:t>
            </a:r>
            <a:r>
              <a:rPr lang="en-US" sz="1800" b="1" dirty="0" err="1"/>
              <a:t>dengan</a:t>
            </a:r>
            <a:r>
              <a:rPr lang="en-US" sz="1800" b="1" dirty="0"/>
              <a:t> SOP yang </a:t>
            </a:r>
            <a:r>
              <a:rPr lang="en-US" sz="1800" b="1" dirty="0" err="1"/>
              <a:t>berlaku</a:t>
            </a:r>
            <a:r>
              <a:rPr lang="en-US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US" sz="1800" b="1" dirty="0" err="1"/>
              <a:t>Melakukan</a:t>
            </a:r>
            <a:r>
              <a:rPr lang="en-US" sz="1800" b="1" dirty="0"/>
              <a:t> </a:t>
            </a:r>
            <a:r>
              <a:rPr lang="en-US" sz="1800" b="1" dirty="0" err="1"/>
              <a:t>pemantauan</a:t>
            </a:r>
            <a:r>
              <a:rPr lang="en-US" sz="1800" b="1" dirty="0"/>
              <a:t> </a:t>
            </a:r>
            <a:r>
              <a:rPr lang="en-US" sz="1800" b="1" dirty="0" err="1"/>
              <a:t>kualitas</a:t>
            </a:r>
            <a:r>
              <a:rPr lang="en-US" sz="1800" b="1" dirty="0"/>
              <a:t> </a:t>
            </a:r>
            <a:r>
              <a:rPr lang="en-US" sz="1800" b="1" dirty="0" err="1"/>
              <a:t>kualitas</a:t>
            </a:r>
            <a:r>
              <a:rPr lang="en-US" sz="1800" b="1" dirty="0"/>
              <a:t> </a:t>
            </a:r>
            <a:r>
              <a:rPr lang="en-US" sz="1800" b="1" dirty="0" err="1"/>
              <a:t>hasil</a:t>
            </a:r>
            <a:r>
              <a:rPr lang="en-US" sz="1800" b="1" dirty="0"/>
              <a:t> </a:t>
            </a:r>
            <a:r>
              <a:rPr lang="en-US" sz="1800" b="1" dirty="0" err="1"/>
              <a:t>produksi</a:t>
            </a:r>
            <a:r>
              <a:rPr lang="en-US" sz="1800" b="1" dirty="0"/>
              <a:t> </a:t>
            </a:r>
            <a:r>
              <a:rPr lang="en-US" sz="1800" b="1" dirty="0" err="1"/>
              <a:t>sesuai</a:t>
            </a:r>
            <a:r>
              <a:rPr lang="en-US" sz="1800" b="1" dirty="0"/>
              <a:t> </a:t>
            </a:r>
            <a:r>
              <a:rPr lang="en-US" sz="1800" b="1" dirty="0" err="1"/>
              <a:t>dengan</a:t>
            </a:r>
            <a:r>
              <a:rPr lang="en-US" sz="1800" b="1" dirty="0"/>
              <a:t> </a:t>
            </a:r>
            <a:r>
              <a:rPr lang="en-US" sz="1800" b="1" dirty="0" err="1"/>
              <a:t>standar</a:t>
            </a:r>
            <a:r>
              <a:rPr lang="en-US" sz="1800" b="1" dirty="0"/>
              <a:t> </a:t>
            </a:r>
            <a:r>
              <a:rPr lang="en-US" sz="1800" b="1" dirty="0" err="1"/>
              <a:t>kualitas</a:t>
            </a:r>
            <a:r>
              <a:rPr lang="en-US" sz="1800" b="1" dirty="0"/>
              <a:t> </a:t>
            </a:r>
            <a:r>
              <a:rPr lang="en-US" sz="1800" b="1" dirty="0" err="1"/>
              <a:t>produk</a:t>
            </a:r>
            <a:r>
              <a:rPr lang="en-US" sz="1800" b="1" dirty="0"/>
              <a:t> dan </a:t>
            </a:r>
            <a:r>
              <a:rPr lang="en-US" sz="1800" b="1" dirty="0" err="1"/>
              <a:t>spesifikasi</a:t>
            </a:r>
            <a:r>
              <a:rPr lang="en-US" sz="1800" b="1" dirty="0"/>
              <a:t> </a:t>
            </a:r>
            <a:r>
              <a:rPr lang="en-US" sz="1800" b="1" dirty="0" err="1"/>
              <a:t>saat</a:t>
            </a:r>
            <a:r>
              <a:rPr lang="en-US" sz="1800" b="1" dirty="0"/>
              <a:t> proses </a:t>
            </a:r>
            <a:r>
              <a:rPr lang="en-US" sz="1800" b="1" dirty="0" err="1"/>
              <a:t>produksi</a:t>
            </a:r>
            <a:r>
              <a:rPr lang="en-US" sz="1800" b="1" dirty="0"/>
              <a:t>, dan </a:t>
            </a:r>
            <a:r>
              <a:rPr lang="en-US" sz="1800" b="1" dirty="0" err="1"/>
              <a:t>sebelum</a:t>
            </a:r>
            <a:r>
              <a:rPr lang="en-US" sz="1800" b="1" dirty="0"/>
              <a:t> </a:t>
            </a:r>
            <a:r>
              <a:rPr lang="en-US" sz="1800" b="1" dirty="0" err="1"/>
              <a:t>diserahkan</a:t>
            </a:r>
            <a:r>
              <a:rPr lang="en-US" sz="1800" b="1" dirty="0"/>
              <a:t> </a:t>
            </a:r>
            <a:r>
              <a:rPr lang="en-US" sz="1800" b="1" dirty="0" err="1"/>
              <a:t>ke</a:t>
            </a:r>
            <a:r>
              <a:rPr lang="en-US" sz="1800" b="1" dirty="0"/>
              <a:t> Gudang.</a:t>
            </a:r>
          </a:p>
          <a:p>
            <a:pPr marL="342900" indent="-342900" algn="l">
              <a:buAutoNum type="arabicPeriod"/>
            </a:pPr>
            <a:r>
              <a:rPr lang="en-US" sz="1800" b="1" dirty="0" err="1"/>
              <a:t>Melakukan</a:t>
            </a:r>
            <a:r>
              <a:rPr lang="en-US" sz="1800" b="1" dirty="0"/>
              <a:t> </a:t>
            </a:r>
            <a:r>
              <a:rPr lang="en-US" sz="1800" b="1" dirty="0" err="1"/>
              <a:t>pendataan</a:t>
            </a:r>
            <a:r>
              <a:rPr lang="en-US" sz="1800" b="1" dirty="0"/>
              <a:t> </a:t>
            </a:r>
            <a:r>
              <a:rPr lang="en-US" sz="1800" b="1" dirty="0" err="1"/>
              <a:t>hasil</a:t>
            </a:r>
            <a:r>
              <a:rPr lang="en-US" sz="1800" b="1" dirty="0"/>
              <a:t> dan </a:t>
            </a:r>
            <a:r>
              <a:rPr lang="en-US" sz="1800" b="1" dirty="0" err="1"/>
              <a:t>kondisi</a:t>
            </a:r>
            <a:r>
              <a:rPr lang="en-US" sz="1800" b="1" dirty="0"/>
              <a:t> </a:t>
            </a:r>
            <a:r>
              <a:rPr lang="en-US" sz="1800" b="1" dirty="0" err="1"/>
              <a:t>mesin</a:t>
            </a:r>
            <a:r>
              <a:rPr lang="en-US" sz="1800" b="1" dirty="0"/>
              <a:t> </a:t>
            </a:r>
            <a:r>
              <a:rPr lang="en-US" sz="1800" b="1" dirty="0" err="1"/>
              <a:t>selama</a:t>
            </a:r>
            <a:r>
              <a:rPr lang="en-US" sz="1800" b="1" dirty="0"/>
              <a:t> </a:t>
            </a:r>
            <a:r>
              <a:rPr lang="en-US" sz="1800" b="1" dirty="0" err="1"/>
              <a:t>operasional</a:t>
            </a:r>
            <a:r>
              <a:rPr lang="en-US" sz="1800" b="1" dirty="0"/>
              <a:t> </a:t>
            </a:r>
            <a:r>
              <a:rPr lang="en-US" sz="1800" b="1" dirty="0" err="1"/>
              <a:t>ke</a:t>
            </a:r>
            <a:r>
              <a:rPr lang="en-US" sz="1800" b="1" dirty="0"/>
              <a:t> </a:t>
            </a:r>
            <a:r>
              <a:rPr lang="en-US" sz="1800" b="1" dirty="0" err="1"/>
              <a:t>dalam</a:t>
            </a:r>
            <a:r>
              <a:rPr lang="en-US" sz="1800" b="1" dirty="0"/>
              <a:t> </a:t>
            </a:r>
            <a:r>
              <a:rPr lang="en-US" sz="1800" b="1" dirty="0" err="1"/>
              <a:t>jobsheet</a:t>
            </a:r>
            <a:r>
              <a:rPr lang="en-US" sz="1800" b="1" dirty="0"/>
              <a:t> </a:t>
            </a:r>
            <a:r>
              <a:rPr lang="en-US" sz="1800" b="1" dirty="0" err="1"/>
              <a:t>mesin</a:t>
            </a:r>
            <a:r>
              <a:rPr lang="en-US" sz="1800" b="1" dirty="0"/>
              <a:t> maker </a:t>
            </a:r>
            <a:r>
              <a:rPr lang="en-US" sz="1800" b="1" dirty="0" err="1"/>
              <a:t>sesuai</a:t>
            </a:r>
            <a:r>
              <a:rPr lang="en-US" sz="1800" b="1" dirty="0"/>
              <a:t> </a:t>
            </a:r>
            <a:r>
              <a:rPr lang="en-US" sz="1800" b="1" dirty="0" err="1"/>
              <a:t>dengan</a:t>
            </a:r>
            <a:r>
              <a:rPr lang="en-US" sz="1800" b="1" dirty="0"/>
              <a:t> </a:t>
            </a:r>
            <a:r>
              <a:rPr lang="en-US" sz="1800" b="1" dirty="0" err="1"/>
              <a:t>standar</a:t>
            </a:r>
            <a:r>
              <a:rPr lang="en-US" sz="1800" b="1" dirty="0"/>
              <a:t> </a:t>
            </a:r>
            <a:r>
              <a:rPr lang="en-US" sz="1800" b="1" dirty="0" err="1"/>
              <a:t>pengisian</a:t>
            </a:r>
            <a:r>
              <a:rPr lang="en-US" sz="1800" b="1" dirty="0"/>
              <a:t> </a:t>
            </a:r>
            <a:r>
              <a:rPr lang="en-US" sz="1800" b="1" dirty="0" err="1"/>
              <a:t>jobsheet</a:t>
            </a:r>
            <a:r>
              <a:rPr lang="en-US" sz="1800" b="1" dirty="0"/>
              <a:t> </a:t>
            </a:r>
            <a:r>
              <a:rPr lang="en-US" sz="1800" b="1" dirty="0" err="1"/>
              <a:t>mesin</a:t>
            </a:r>
            <a:r>
              <a:rPr lang="en-US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US" sz="1800" b="1" dirty="0" err="1"/>
              <a:t>Menyelesaikan</a:t>
            </a:r>
            <a:r>
              <a:rPr lang="en-US" sz="1800" b="1" dirty="0"/>
              <a:t> proses </a:t>
            </a:r>
            <a:r>
              <a:rPr lang="en-US" sz="1800" b="1" dirty="0" err="1"/>
              <a:t>administrasi</a:t>
            </a:r>
            <a:r>
              <a:rPr lang="en-US" sz="1800" b="1" dirty="0"/>
              <a:t> </a:t>
            </a:r>
            <a:r>
              <a:rPr lang="en-US" sz="1800" b="1" dirty="0" err="1"/>
              <a:t>pengambilansupporting</a:t>
            </a:r>
            <a:r>
              <a:rPr lang="en-US" sz="1800" b="1" dirty="0"/>
              <a:t> material dan </a:t>
            </a:r>
            <a:r>
              <a:rPr lang="en-US" sz="1800" b="1" dirty="0" err="1"/>
              <a:t>hasil</a:t>
            </a:r>
            <a:r>
              <a:rPr lang="en-US" sz="1800" b="1" dirty="0"/>
              <a:t> </a:t>
            </a:r>
            <a:r>
              <a:rPr lang="en-US" sz="1800" b="1" dirty="0" err="1"/>
              <a:t>prosuksi</a:t>
            </a:r>
            <a:r>
              <a:rPr lang="en-US" sz="1800" b="1" dirty="0"/>
              <a:t> </a:t>
            </a:r>
            <a:r>
              <a:rPr lang="en-US" sz="1800" b="1" dirty="0" err="1"/>
              <a:t>dengan</a:t>
            </a:r>
            <a:r>
              <a:rPr lang="en-US" sz="1800" b="1" dirty="0"/>
              <a:t> </a:t>
            </a:r>
            <a:r>
              <a:rPr lang="en-US" sz="1800" b="1" dirty="0" err="1"/>
              <a:t>administrasi</a:t>
            </a:r>
            <a:r>
              <a:rPr lang="en-US" sz="1800" b="1" dirty="0"/>
              <a:t> </a:t>
            </a:r>
            <a:r>
              <a:rPr lang="en-US" sz="1800" b="1" dirty="0" err="1"/>
              <a:t>produksi</a:t>
            </a:r>
            <a:r>
              <a:rPr lang="en-US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ID" sz="1800" b="1" dirty="0" err="1"/>
              <a:t>Melaksanakan</a:t>
            </a:r>
            <a:r>
              <a:rPr lang="en-ID" sz="1800" b="1" dirty="0"/>
              <a:t> proses </a:t>
            </a:r>
            <a:r>
              <a:rPr lang="en-ID" sz="1800" b="1" dirty="0" err="1"/>
              <a:t>pengemasan</a:t>
            </a:r>
            <a:r>
              <a:rPr lang="en-ID" sz="1800" b="1" dirty="0"/>
              <a:t> </a:t>
            </a:r>
            <a:r>
              <a:rPr lang="en-ID" sz="1800" b="1" dirty="0" err="1"/>
              <a:t>produk</a:t>
            </a:r>
            <a:r>
              <a:rPr lang="en-ID" sz="1800" b="1" dirty="0"/>
              <a:t> filter </a:t>
            </a:r>
            <a:r>
              <a:rPr lang="en-ID" sz="1800" b="1" dirty="0" err="1"/>
              <a:t>sesuai</a:t>
            </a:r>
            <a:r>
              <a:rPr lang="en-ID" sz="1800" b="1" dirty="0"/>
              <a:t> </a:t>
            </a:r>
            <a:r>
              <a:rPr lang="en-ID" sz="1800" b="1" dirty="0" err="1"/>
              <a:t>dengan</a:t>
            </a:r>
            <a:r>
              <a:rPr lang="en-ID" sz="1800" b="1" dirty="0"/>
              <a:t> SOP yang </a:t>
            </a:r>
            <a:r>
              <a:rPr lang="en-ID" sz="1800" b="1" dirty="0" err="1"/>
              <a:t>berlaku</a:t>
            </a:r>
            <a:r>
              <a:rPr lang="en-ID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ID" sz="1800" b="1" dirty="0" err="1"/>
              <a:t>Mengevaluasi</a:t>
            </a:r>
            <a:r>
              <a:rPr lang="en-ID" sz="1800" b="1" dirty="0"/>
              <a:t> </a:t>
            </a:r>
            <a:r>
              <a:rPr lang="en-ID" sz="1800" b="1" dirty="0" err="1"/>
              <a:t>teouble</a:t>
            </a:r>
            <a:r>
              <a:rPr lang="en-ID" sz="1800" b="1" dirty="0"/>
              <a:t> shooting, output, dan waste </a:t>
            </a:r>
            <a:r>
              <a:rPr lang="en-ID" sz="1800" b="1" dirty="0" err="1"/>
              <a:t>produksi</a:t>
            </a:r>
            <a:r>
              <a:rPr lang="en-ID" sz="1800" b="1" dirty="0"/>
              <a:t> dan </a:t>
            </a:r>
            <a:r>
              <a:rPr lang="en-ID" sz="1800" b="1" dirty="0" err="1"/>
              <a:t>mencari</a:t>
            </a:r>
            <a:r>
              <a:rPr lang="en-ID" sz="1800" b="1" dirty="0"/>
              <a:t> </a:t>
            </a:r>
            <a:r>
              <a:rPr lang="en-ID" sz="1800" b="1" dirty="0" err="1"/>
              <a:t>solusi</a:t>
            </a:r>
            <a:r>
              <a:rPr lang="en-ID" sz="1800" b="1" dirty="0"/>
              <a:t> </a:t>
            </a:r>
            <a:r>
              <a:rPr lang="en-ID" sz="1800" b="1" dirty="0" err="1"/>
              <a:t>pemecahan</a:t>
            </a:r>
            <a:r>
              <a:rPr lang="en-ID" sz="1800" b="1" dirty="0"/>
              <a:t> </a:t>
            </a:r>
            <a:r>
              <a:rPr lang="en-ID" sz="1800" b="1" dirty="0" err="1"/>
              <a:t>untuk</a:t>
            </a:r>
            <a:r>
              <a:rPr lang="en-ID" sz="1800" b="1" dirty="0"/>
              <a:t> </a:t>
            </a:r>
            <a:r>
              <a:rPr lang="en-ID" sz="1800" b="1" dirty="0" err="1"/>
              <a:t>kemudian</a:t>
            </a:r>
            <a:r>
              <a:rPr lang="en-ID" sz="1800" b="1" dirty="0"/>
              <a:t> </a:t>
            </a:r>
            <a:r>
              <a:rPr lang="en-ID" sz="1800" b="1" dirty="0" err="1"/>
              <a:t>dijalankan</a:t>
            </a:r>
            <a:r>
              <a:rPr lang="en-ID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ID" sz="1800" b="1" dirty="0" err="1"/>
              <a:t>Membuat</a:t>
            </a:r>
            <a:r>
              <a:rPr lang="en-ID" sz="1800" b="1" dirty="0"/>
              <a:t> dan </a:t>
            </a:r>
            <a:r>
              <a:rPr lang="en-ID" sz="1800" b="1" dirty="0" err="1"/>
              <a:t>mempertanggungjawabkan</a:t>
            </a:r>
            <a:r>
              <a:rPr lang="en-ID" sz="1800" b="1" dirty="0"/>
              <a:t> </a:t>
            </a:r>
            <a:r>
              <a:rPr lang="en-ID" sz="1800" b="1" dirty="0" err="1"/>
              <a:t>laporan</a:t>
            </a:r>
            <a:r>
              <a:rPr lang="en-ID" sz="1800" b="1" dirty="0"/>
              <a:t> </a:t>
            </a:r>
            <a:r>
              <a:rPr lang="en-ID" sz="1800" b="1" dirty="0" err="1"/>
              <a:t>produk</a:t>
            </a:r>
            <a:r>
              <a:rPr lang="en-ID" sz="1800" b="1" dirty="0"/>
              <a:t> complain </a:t>
            </a:r>
            <a:r>
              <a:rPr lang="en-ID" sz="1800" b="1" dirty="0" err="1"/>
              <a:t>daricustomer</a:t>
            </a:r>
            <a:r>
              <a:rPr lang="en-ID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ID" sz="1800" b="1" dirty="0" err="1"/>
              <a:t>Menggantikan</a:t>
            </a:r>
            <a:r>
              <a:rPr lang="en-ID" sz="1800" b="1" dirty="0"/>
              <a:t> </a:t>
            </a:r>
            <a:r>
              <a:rPr lang="en-ID" sz="1800" b="1" dirty="0" err="1"/>
              <a:t>fungsi</a:t>
            </a:r>
            <a:r>
              <a:rPr lang="en-ID" sz="1800" b="1" dirty="0"/>
              <a:t> dan </a:t>
            </a:r>
            <a:r>
              <a:rPr lang="en-ID" sz="1800" b="1" dirty="0" err="1"/>
              <a:t>tugas</a:t>
            </a:r>
            <a:r>
              <a:rPr lang="en-ID" sz="1800" b="1" dirty="0"/>
              <a:t> operator </a:t>
            </a:r>
            <a:r>
              <a:rPr lang="en-ID" sz="1800" b="1" dirty="0" err="1"/>
              <a:t>mesin</a:t>
            </a:r>
            <a:r>
              <a:rPr lang="en-ID" sz="1800" b="1" dirty="0"/>
              <a:t> </a:t>
            </a:r>
            <a:r>
              <a:rPr lang="en-ID" sz="1800" b="1" dirty="0" err="1"/>
              <a:t>untuk</a:t>
            </a:r>
            <a:r>
              <a:rPr lang="en-ID" sz="1800" b="1" dirty="0"/>
              <a:t> </a:t>
            </a:r>
            <a:r>
              <a:rPr lang="en-ID" sz="1800" b="1" dirty="0" err="1"/>
              <a:t>menjalankan</a:t>
            </a:r>
            <a:r>
              <a:rPr lang="en-ID" sz="1800" b="1" dirty="0"/>
              <a:t> </a:t>
            </a:r>
            <a:r>
              <a:rPr lang="en-ID" sz="1800" b="1" dirty="0" err="1"/>
              <a:t>operasional</a:t>
            </a:r>
            <a:r>
              <a:rPr lang="en-ID" sz="1800" b="1" dirty="0"/>
              <a:t> </a:t>
            </a:r>
            <a:r>
              <a:rPr lang="en-ID" sz="1800" b="1" dirty="0" err="1"/>
              <a:t>saat</a:t>
            </a:r>
            <a:r>
              <a:rPr lang="en-ID" sz="1800" b="1" dirty="0"/>
              <a:t> operator </a:t>
            </a:r>
            <a:r>
              <a:rPr lang="en-ID" sz="1800" b="1" dirty="0" err="1"/>
              <a:t>mesin</a:t>
            </a:r>
            <a:r>
              <a:rPr lang="en-ID" sz="1800" b="1" dirty="0"/>
              <a:t> </a:t>
            </a:r>
            <a:r>
              <a:rPr lang="en-ID" sz="1800" b="1" dirty="0" err="1"/>
              <a:t>sedang</a:t>
            </a:r>
            <a:r>
              <a:rPr lang="en-ID" sz="1800" b="1" dirty="0"/>
              <a:t> </a:t>
            </a:r>
            <a:r>
              <a:rPr lang="en-ID" sz="1800" b="1" dirty="0" err="1"/>
              <a:t>berhalangan</a:t>
            </a:r>
            <a:r>
              <a:rPr lang="en-ID" sz="1800" b="1" dirty="0"/>
              <a:t> </a:t>
            </a:r>
            <a:r>
              <a:rPr lang="en-ID" sz="1800" b="1" dirty="0" err="1"/>
              <a:t>atau</a:t>
            </a:r>
            <a:r>
              <a:rPr lang="en-ID" sz="1800" b="1" dirty="0"/>
              <a:t> </a:t>
            </a:r>
            <a:r>
              <a:rPr lang="en-ID" sz="1800" b="1" dirty="0" err="1"/>
              <a:t>ada</a:t>
            </a:r>
            <a:r>
              <a:rPr lang="en-ID" sz="1800" b="1" dirty="0"/>
              <a:t> </a:t>
            </a:r>
            <a:r>
              <a:rPr lang="en-ID" sz="1800" b="1" dirty="0" err="1"/>
              <a:t>keperluan</a:t>
            </a:r>
            <a:r>
              <a:rPr lang="en-ID" sz="1800" b="1" dirty="0"/>
              <a:t> </a:t>
            </a:r>
            <a:r>
              <a:rPr lang="en-ID" sz="1800" b="1" dirty="0" err="1"/>
              <a:t>mendadak</a:t>
            </a:r>
            <a:r>
              <a:rPr lang="en-ID" sz="1800" b="1" dirty="0"/>
              <a:t>.</a:t>
            </a:r>
          </a:p>
          <a:p>
            <a:pPr marL="342900" indent="-342900" algn="l">
              <a:buAutoNum type="arabicPeriod"/>
            </a:pPr>
            <a:r>
              <a:rPr lang="en-ID" sz="1800" b="1" dirty="0" err="1"/>
              <a:t>Melaksanakan</a:t>
            </a:r>
            <a:r>
              <a:rPr lang="en-ID" sz="1800" b="1" dirty="0"/>
              <a:t> </a:t>
            </a:r>
            <a:r>
              <a:rPr lang="en-ID" sz="1800" b="1" dirty="0" err="1"/>
              <a:t>aktifitas</a:t>
            </a:r>
            <a:r>
              <a:rPr lang="en-ID" sz="1800" b="1" dirty="0"/>
              <a:t> </a:t>
            </a:r>
            <a:r>
              <a:rPr lang="en-ID" sz="1800" b="1" dirty="0" err="1"/>
              <a:t>perbaikan</a:t>
            </a:r>
            <a:r>
              <a:rPr lang="en-ID" sz="1800" b="1" dirty="0"/>
              <a:t> </a:t>
            </a:r>
            <a:r>
              <a:rPr lang="en-ID" sz="1800" b="1" dirty="0" err="1"/>
              <a:t>fasilitas</a:t>
            </a:r>
            <a:r>
              <a:rPr lang="en-ID" sz="1800" b="1" dirty="0"/>
              <a:t> </a:t>
            </a:r>
            <a:r>
              <a:rPr lang="en-ID" sz="1800" b="1" dirty="0" err="1"/>
              <a:t>umum</a:t>
            </a:r>
            <a:r>
              <a:rPr lang="en-ID" sz="1800" b="1" dirty="0"/>
              <a:t> </a:t>
            </a:r>
            <a:r>
              <a:rPr lang="en-ID" sz="1800" b="1" dirty="0" err="1"/>
              <a:t>produksi</a:t>
            </a:r>
            <a:r>
              <a:rPr lang="en-ID" sz="1800" b="1" dirty="0"/>
              <a:t> </a:t>
            </a:r>
            <a:r>
              <a:rPr lang="en-ID" sz="1800" b="1" dirty="0" err="1"/>
              <a:t>bila</a:t>
            </a:r>
            <a:r>
              <a:rPr lang="en-ID" sz="1800" b="1" dirty="0"/>
              <a:t> </a:t>
            </a:r>
            <a:r>
              <a:rPr lang="en-ID" sz="1800" b="1" dirty="0" err="1"/>
              <a:t>ada</a:t>
            </a:r>
            <a:r>
              <a:rPr lang="en-ID" sz="1800" b="1" dirty="0"/>
              <a:t> </a:t>
            </a:r>
            <a:r>
              <a:rPr lang="en-ID" sz="1800" b="1" dirty="0" err="1"/>
              <a:t>kerusakan</a:t>
            </a:r>
            <a:r>
              <a:rPr lang="en-ID" sz="1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851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AE366D20-1D59-4F31-9AA6-244D717E5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57882"/>
              </p:ext>
            </p:extLst>
          </p:nvPr>
        </p:nvGraphicFramePr>
        <p:xfrm>
          <a:off x="719040" y="989468"/>
          <a:ext cx="10703703" cy="1855343"/>
        </p:xfrm>
        <a:graphic>
          <a:graphicData uri="http://schemas.openxmlformats.org/drawingml/2006/table">
            <a:tbl>
              <a:tblPr/>
              <a:tblGrid>
                <a:gridCol w="513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0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No</a:t>
                      </a:r>
                      <a:endParaRPr lang="en-US" sz="2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Tugas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Periodik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Membantu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pelaksanaan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aktifitas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maintenance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bersama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dengan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operator dan engineering mechatronic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dalam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waktu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244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20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Melaksanakan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penugasan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yang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sifatnya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khusus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darl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atasan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sesual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dengan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kebutuhan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perusahaan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  <a:ea typeface="Open Sans Bold"/>
                        <a:cs typeface="Open Sans Bold"/>
                        <a:sym typeface="Open Sans Bold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71C30A85-69D3-4C25-BEA8-7ECC69A12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8199"/>
              </p:ext>
            </p:extLst>
          </p:nvPr>
        </p:nvGraphicFramePr>
        <p:xfrm>
          <a:off x="719041" y="3519714"/>
          <a:ext cx="10753915" cy="2351024"/>
        </p:xfrm>
        <a:graphic>
          <a:graphicData uri="http://schemas.openxmlformats.org/drawingml/2006/table">
            <a:tbl>
              <a:tblPr/>
              <a:tblGrid>
                <a:gridCol w="5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75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No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Tugas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Wewenang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5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Memberi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arahan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production helper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untuk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pengambilan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dan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persiapan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material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produksi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66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20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Menggantikan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fungsi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dan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tugas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operator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mesin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untuk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menjalankan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operasional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mesin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81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Ikut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memberikan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usulan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untuk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memperbalikl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kinerja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dan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sistem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produksi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yang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menjadi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kendalinya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768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CA2ABF88-072A-4983-8B97-56FDDACBF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530922"/>
              </p:ext>
            </p:extLst>
          </p:nvPr>
        </p:nvGraphicFramePr>
        <p:xfrm>
          <a:off x="1023842" y="265611"/>
          <a:ext cx="10144313" cy="2846705"/>
        </p:xfrm>
        <a:graphic>
          <a:graphicData uri="http://schemas.openxmlformats.org/drawingml/2006/table">
            <a:tbl>
              <a:tblPr/>
              <a:tblGrid>
                <a:gridCol w="53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8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90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No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Tanggung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Jawab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01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Bertanggung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jawab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terhadap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tercapainya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target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produksi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,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efisiensi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dan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produktivitas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produksi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Memastikan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mesin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dapat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beroperasi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dengan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baik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sesuai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dengan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parameter setting.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0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Bertanggung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jawab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atas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pelaksanaan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intruksi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kerja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di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lapangan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8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Bertanggung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jawab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terhadap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kebersihan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 (5R) area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kerja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FC70386-C21B-40C2-B7E3-D261F050F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17923"/>
              </p:ext>
            </p:extLst>
          </p:nvPr>
        </p:nvGraphicFramePr>
        <p:xfrm>
          <a:off x="1023841" y="3429000"/>
          <a:ext cx="10144314" cy="3126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02">
                  <a:extLst>
                    <a:ext uri="{9D8B030D-6E8A-4147-A177-3AD203B41FA5}">
                      <a16:colId xmlns:a16="http://schemas.microsoft.com/office/drawing/2014/main" val="421020961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25885370"/>
                    </a:ext>
                  </a:extLst>
                </a:gridCol>
                <a:gridCol w="5943012">
                  <a:extLst>
                    <a:ext uri="{9D8B030D-6E8A-4147-A177-3AD203B41FA5}">
                      <a16:colId xmlns:a16="http://schemas.microsoft.com/office/drawing/2014/main" val="2150445238"/>
                    </a:ext>
                  </a:extLst>
                </a:gridCol>
              </a:tblGrid>
              <a:tr h="46445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D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Hubungan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Internal</a:t>
                      </a:r>
                      <a:endParaRPr lang="en-ID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0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Mechanic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Penanganan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masalah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mesin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dioperasikan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kelancaran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mesin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pemenuhan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target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produksi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01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Production Administrator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produksi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berupa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penggunaan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supporting material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85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Engineering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Departement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Pengambilan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stock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sparepart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bila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terjadi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kerusakan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mesin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instruksi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atasan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langsung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7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Quality Control Ass.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Spv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/QC Analyst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Berkaitan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kualitas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produk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dan material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81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R&amp;D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Departement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Berkenaan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percobaan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di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mesin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540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12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45A97-3F08-45EE-A9CE-A77608F3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3" y="989468"/>
            <a:ext cx="4009293" cy="4249851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F42EE45C-3BAE-4A4F-BD2D-4CB21DB444D7}"/>
              </a:ext>
            </a:extLst>
          </p:cNvPr>
          <p:cNvSpPr txBox="1"/>
          <p:nvPr/>
        </p:nvSpPr>
        <p:spPr>
          <a:xfrm>
            <a:off x="614639" y="144108"/>
            <a:ext cx="3150537" cy="845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1"/>
              </a:lnSpc>
            </a:pPr>
            <a:r>
              <a:rPr lang="en-US" sz="4800" b="1" dirty="0" err="1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Bulan</a:t>
            </a:r>
            <a:r>
              <a:rPr lang="en-US" sz="4800" b="1" dirty="0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4800" b="1" dirty="0" err="1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ke</a:t>
            </a:r>
            <a:r>
              <a:rPr lang="en-US" sz="4800" b="1" dirty="0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64B07-2223-4DCC-B8B2-18E2D30842AC}"/>
              </a:ext>
            </a:extLst>
          </p:cNvPr>
          <p:cNvSpPr txBox="1"/>
          <p:nvPr/>
        </p:nvSpPr>
        <p:spPr>
          <a:xfrm>
            <a:off x="614639" y="989468"/>
            <a:ext cx="8407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Pengenalan</a:t>
            </a:r>
            <a:r>
              <a:rPr lang="en-US" sz="3200" b="1" dirty="0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 Material Dan </a:t>
            </a:r>
            <a:r>
              <a:rPr lang="en-US" sz="3200" b="1" dirty="0" err="1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Pengambilan</a:t>
            </a:r>
            <a:r>
              <a:rPr lang="en-US" sz="3200" b="1" dirty="0">
                <a:solidFill>
                  <a:srgbClr val="1D120E"/>
                </a:solidFill>
                <a:ea typeface="Poppins Semi-Bold"/>
                <a:cs typeface="Poppins Semi-Bold"/>
                <a:sym typeface="Poppins Semi-Bold"/>
              </a:rPr>
              <a:t> Material</a:t>
            </a:r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48CF5-4544-4B13-9405-01A6E598DF2E}"/>
              </a:ext>
            </a:extLst>
          </p:cNvPr>
          <p:cNvSpPr txBox="1"/>
          <p:nvPr/>
        </p:nvSpPr>
        <p:spPr>
          <a:xfrm>
            <a:off x="930365" y="2337772"/>
            <a:ext cx="10331267" cy="197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14"/>
              </a:lnSpc>
            </a:pP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Bulan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1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Sebagai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logistik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mesin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menjalankan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tugas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membantu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crew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mesin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memenuhi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kebutuhan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material yang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akan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di input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mesin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dengan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mensupply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pengambilan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material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utama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, material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tambahan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, dan material support.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Pengambilan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Material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harus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berpedoman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pada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Sqp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dan </a:t>
            </a:r>
            <a:r>
              <a:rPr lang="en-US" sz="1800" b="1" dirty="0" err="1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tercatat</a:t>
            </a:r>
            <a:r>
              <a:rPr lang="en-US" sz="1800" b="1" dirty="0">
                <a:solidFill>
                  <a:srgbClr val="1D120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pada form material.</a:t>
            </a:r>
          </a:p>
          <a:p>
            <a:pPr algn="just">
              <a:lnSpc>
                <a:spcPts val="3014"/>
              </a:lnSpc>
            </a:pPr>
            <a:endParaRPr lang="en-US" sz="1800" b="1" dirty="0">
              <a:solidFill>
                <a:srgbClr val="1D120E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19196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462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Poppins Semi-Bold</vt:lpstr>
      <vt:lpstr>Office Theme</vt:lpstr>
      <vt:lpstr>Presentasi Evaluasi Asisten Operator Produksi</vt:lpstr>
      <vt:lpstr>Tujuan Jabatan</vt:lpstr>
      <vt:lpstr>Bagan Organisasi</vt:lpstr>
      <vt:lpstr>Tugas Rutin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Evaluasi Asisten Operator Produksi</dc:title>
  <dc:creator>kariman</dc:creator>
  <cp:lastModifiedBy>kariman</cp:lastModifiedBy>
  <cp:revision>23</cp:revision>
  <dcterms:created xsi:type="dcterms:W3CDTF">2026-08-29T12:31:54Z</dcterms:created>
  <dcterms:modified xsi:type="dcterms:W3CDTF">2026-09-29T07:19:54Z</dcterms:modified>
</cp:coreProperties>
</file>